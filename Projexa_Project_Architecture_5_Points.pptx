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PROJEXA // ARCHITECTURE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5-Pillar Architecture &amp; Technology Trade-Offs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breakdown of chosen engineering foundations, evaluated alternatives, and specific drawbacks that guided each technical decision.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10515600" cy="1463040"/>
          </a:xfrm>
          <a:prstGeom prst="rect">
            <a:avLst/>
          </a:prstGeom>
          <a:solidFill>
            <a:srgbClr val="08293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572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Highlights: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 Agent-Native Monorepo vs Nx/Turborepo    • 2. Next.js 16 SSR vs Pure SPA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3. Headless UI &amp; Tailwind v4 vs MUI/AntD   • 4. Custom Gantt/Kanban vs Commercial Widgets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5. Resilient Multi-Tenant Schema vs Cloud BaaS Vendor Lock-in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solidFill>
            <a:srgbClr val="0C4A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PILLAR 1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Monorepo &amp; Agent-Native Control Plane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Organizing code, packages, servers, and automated compliance policies.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CHOSEN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Control Plane (codebase/) + PNPM Workspaces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3-plane separation: Code Plane (apps, servers, packages), Control Plane, and Agent Plane.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PNPM workspace protocol (`workspace:*`) enables real-time inter-package symlinks with zero publishing latency.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security audits (TruffleHog credential scanning, lockfile checksum verification, architecture boundary enforcers).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solidFill>
            <a:srgbClr val="45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EVALUATED ALTERNATIVE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 Enterprise / Heavy Cloud Orchestration / Multi-Repo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Vendor Lock-in: Nx Cloud/Enterprise mandates cloud caching accounts, proprietary telemetries, and steep learning curves.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Multi-Repo Sync Friction: Splitting Web and API across isolated repos creates broken contracts and dependency sync mismatches.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Heavy Daemon Overhead: Background orchestration daemons consume significant local CPU/RAM during developer watch modes.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solidFill>
            <a:srgbClr val="0C4A6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Verdict: Eliminated cloud vendor lock-in and high daemon overhead while maintaining 100% strict architecture boundaries.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solidFill>
            <a:srgbClr val="0C4A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PILLAR 2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Engine: Next.js 16 (App Router) &amp; React 19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modern user experiences with high performance and streaming.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CHOSEN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 + React 19 + Turbopack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Hybrid static/dynamic rendering with built-in route handlers for auth verification, email configuration, and invite URLs.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Turbopack provides near-instantaneous hot module replacement (HMR) and optimized incremental builds.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Server-side pre-rendering ensures instantaneous First Contentful Paint (FCP) and optimal search visibility.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solidFill>
            <a:srgbClr val="45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EVALUATED ALTERNATIVE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Pure React Single Page App (Vite / CRA)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LCP Latency &amp; Blank Screen: Client SPAs force browsers to download full JS bundles before displaying any UI or layout.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Integrated Backend/API: Requires configuring a separate proxy server or Backend-For-Frontend (BFF) just for secure SMTP and auth tokens.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Zero Native SSR/SEO: Client-only rendering lacks hybrid pre-rendering and requires extensive manual prerender setups.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solidFill>
            <a:srgbClr val="0C4A6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Verdict: Achieved seamless unified routing, instant SSR page loads, and built-in secure API routes without a separate BFF.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solidFill>
            <a:srgbClr val="0C4A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PILLAR 3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Design System: Headless Radix &amp; Tailwind CSS v4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consistent, accessible, and ultra-fast component library.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CHOSEN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Package (@workspace/ui) + Radix UI Primitives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architecture with 54 accessible headless primitives (modals, dropdowns, tables, drawers, tabs, alerts).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v4 engine with CSS variables, high-contrast dark themes, glassmorphism, and responsive design tokens.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runtime CSS calculations: Styles compile directly to optimized atomic classes at build-time.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solidFill>
            <a:srgbClr val="45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EVALUATED ALTERNATIVE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Runtime UI Frameworks (Material UI / Ant Design)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CSS-in-JS Runtime Penalty: Emotion/styled-components calculate styles dynamically in JavaScript, causing UI frame drops.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Rigid Vendor Aesthetics: Heavy component suites enforce opinionated default themes that are painful to customize into custom dark/cyan themes.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Massive Bundle Bloat: Unused features and complex component hierarchies inject hundreds of kilobytes of unused JavaScript.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solidFill>
            <a:srgbClr val="0C4A6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Verdict: Saved 200KB+ in runtime bundle size, eliminated style re-calculation frame drops, and unlocked complete theme control.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solidFill>
            <a:srgbClr val="0C4A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PILLAR 4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Orchestration: Native Kanban, Gantt &amp; Timeline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scheduling, dependencies, and team capacity tracking.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CHOSEN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Reactive Engine (Kanban + Day-Snapping Gantt + Timeline)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Full-featured Kanban with drag-and-drop stages (Todo, In-Progress, Review, Done) and sprint metrics.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Gantt Chart with automatic dependency rescheduling, deadline conflict alerts, and zoom scales (Day, Week, Month).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Timeline engine calculating daily member capacity, detecting task overlaps, and visualizing multi-person workload.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solidFill>
            <a:srgbClr val="45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EVALUATED ALTERNATIVE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Embedded Third-Party Widgets (DHTMLX / Bryntum)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Hefty Licensing Costs: Commercial enterprise Gantt libraries require thousands of dollars per developer per year.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Schema Inflexibility: Third-party widgets enforce inflexible schemas that cannot easily accommodate isolated multi-workspace IDs and custom member roles.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Excessive Footprint: Commercial widgets inject 500KB+ of proprietary DOM logic that conflicts with React 19 concurrent features.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solidFill>
            <a:srgbClr val="0C4A6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Verdict: Eliminated recurrent commercial license costs while gaining 100% custom schema flexibility and seamless React 19 reactivity.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solidFill>
            <a:srgbClr val="0C4A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PILLAR 5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Isolation, Dual Persistence &amp; API Boundaries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Zero-crash architecture supporting multi-tenancy and offline workflows.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CHOSEN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 API + MongoDB Boundary with Resilient Local Fallback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squad multi-tenancy: each workspace maintains isolated task databases, live members, and owner/developer role policies.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Dual-mode architecture: seamlessly connects to MongoDB/Mongoose when configured, with robust browser storage fallback for zero-crash testing.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invitation dispatch: generates unique secure verification links and provides custom SMTP configuration testing.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5120640" cy="3840480"/>
          </a:xfrm>
          <a:prstGeom prst="roundRect">
            <a:avLst/>
          </a:prstGeom>
          <a:solidFill>
            <a:srgbClr val="082939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solidFill>
            <a:srgbClr val="45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EVALUATED ALTERNATIVE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Cloud BaaS (Firebase / Supabase) or Strict SQL Relational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Cloud Vendor Lock-in: Basing the application solely on proprietary BaaS APIs restricts on-premise or sovereign self-hosting.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Offline Fragility: If remote cloud BaaS connection drops, client interactions immediately fail and render the app unusable.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Schema Migration Overhead: Rigid relational tables slow down rapid iterations of polymorphic task attributes (dependency graphs, avatars, custom tags).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solidFill>
            <a:srgbClr val="0C4A6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Verdict: Ensured maximum multi-tenant data flexibility, total offline resilience, and freedom from proprietary cloud database lock-in.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EXECUTIVE ARCHITECTURE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Architectural Decision Summary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377440"/>
                <a:gridCol w="29260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 Solution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A5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 Alternative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Decisive Factor (Why Rejected)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Repository Architecture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Control Plane + PNPM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Nx Cloud / Multi-Repo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Avoided vendor lock-in, multi-repo sync hell, and memory daemons.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Frontend &amp; SSR Suite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16 + React 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React Vite SPA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FCP/LCP load, server-side pre-rendering, and built-in API routes.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Design System &amp; Styling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@workspace/ui (Radix + Tailwind v4)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UI / Ant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Eliminated CSS-in-JS runtime calculation drops and 200KB bundle bloat.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Project Scheduling Views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Kanban, Gantt &amp; Timeline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DHTMLX Widgets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Saved thousands in license fees; achieved 100% schema flexibility.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Multi-Tenant Persistence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 5 + Mongo + Resilient Fallback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Firebase / Supabase BaaS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Prevented cloud vendor capture; ensured app never crashes offline.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93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Projexa Engineering Foundation • Complete 129/129 Automated Test Coverage &amp; Zero-Error Build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Projexa Architecture &amp; Technical Stack Analysis</dc:title>
  <dc:subject>5-Point Technical Review &amp; Technology Trade-offs</dc:subject>
  <dc:creator>Antigravity Engineering</dc:creator>
  <cp:lastModifiedBy>Antigravity Engineering</cp:lastModifiedBy>
  <cp:revision>1</cp:revision>
  <dcterms:created xsi:type="dcterms:W3CDTF">2026-10-23T10:49:23Z</dcterms:created>
  <dcterms:modified xsi:type="dcterms:W3CDTF">2026-10-23T10:49:24Z</dcterms:modified>
</cp:coreProperties>
</file>